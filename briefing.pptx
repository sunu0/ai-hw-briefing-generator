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AI+硬件协同设计愿景简报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核心目标：</a:t>
            </a:r>
          </a:p>
          <a:p>
            <a:r>
              <a:t>实现每焦耳能量下智能能力（即有意义的功能、洞察或任务性能）提升1000倍。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基于论文：AI+HV2035: Shaping the Next Decade (arXiv:2603.05225)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三大协同设计层级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645920"/>
          <a:ext cx="6400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</a:tblGrid>
              <a:tr h="571500">
                <a:tc>
                  <a:txBody>
                    <a:bodyPr/>
                    <a:lstStyle/>
                    <a:p>
                      <a:r>
                        <a:t>抽象层级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关键特征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Hardware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包括存储与计算融合的3D集成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Algorithm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低复杂度、高精度、硬件感知模型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Application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跨云、边缘和物理环境的智能系统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技术发展时间轴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近期（2-5年）</a:t>
            </a:r>
          </a:p>
          <a:p>
            <a:r>
              <a:t>• 3D集成</a:t>
            </a:r>
          </a:p>
          <a:p>
            <a:r>
              <a:t>• 低精度训练</a:t>
            </a:r>
          </a:p>
          <a:p>
            <a:r>
              <a:t>• 存内计算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64592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远期（6-10年）</a:t>
            </a:r>
          </a:p>
          <a:p>
            <a:r>
              <a:t>• 光子计算</a:t>
            </a:r>
          </a:p>
          <a:p>
            <a:r>
              <a:t>• 神经形态处理器</a:t>
            </a:r>
          </a:p>
          <a:p>
            <a:r>
              <a:t>• 自优化系统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